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9"/>
  </p:normalViewPr>
  <p:slideViewPr>
    <p:cSldViewPr snapToGrid="0">
      <p:cViewPr varScale="1">
        <p:scale>
          <a:sx n="138" d="100"/>
          <a:sy n="138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Achievements: Functionality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What we completed in Sprint 1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582063" y="2171963"/>
            <a:ext cx="5682103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Completed backlog items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User registration and login prototype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Scooter list display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Booking workflow prototype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Payment workflow prototype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Customer pages and admin pages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Database schema and backend API structure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Achievements: System and Code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Current implementation progress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76656" y="1572768"/>
            <a:ext cx="4652089" cy="40502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Technical progress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Frontend built with Vue, Vite, </a:t>
            </a:r>
            <a:r>
              <a:rPr lang="en-US" sz="1850" dirty="0" err="1">
                <a:solidFill>
                  <a:srgbClr val="334155"/>
                </a:solidFill>
              </a:rPr>
              <a:t>Pinia</a:t>
            </a:r>
            <a:r>
              <a:rPr lang="en-US" sz="1850" dirty="0">
                <a:solidFill>
                  <a:srgbClr val="334155"/>
                </a:solidFill>
              </a:rPr>
              <a:t>, and Router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Core customer and admin views are in place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Backend built with Express and MySQL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Auth, scooters, bookings, and payment routes created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Database schema covers users, scooters, bookings, and payments</a:t>
            </a:r>
            <a:endParaRPr lang="en-US" sz="18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BE6B0B-206A-E970-7C1A-91EA2863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419" y="1896110"/>
            <a:ext cx="2389676" cy="30657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F0F8C4-46B6-B1BF-6D97-889C10B7D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24" y="327607"/>
            <a:ext cx="2317647" cy="6202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Customer Interface Example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This screenshot shows part of the customer-side workflow.</a:t>
            </a:r>
            <a:endParaRPr lang="en-US" sz="18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0B594B-C02B-CACA-6803-4AA06038E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481328"/>
            <a:ext cx="9099332" cy="473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Admin Interface Example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This screenshot shows part of the management-side interface.</a:t>
            </a:r>
            <a:endParaRPr lang="en-US" sz="18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83FA310-EC7F-93E6-B452-C7DD351A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33125"/>
            <a:ext cx="9959813" cy="5115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Process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How the team organized work and recorded Sprint 1 progress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76656" y="1472184"/>
            <a:ext cx="7405799" cy="21162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>
                <a:solidFill>
                  <a:srgbClr val="0F172A"/>
                </a:solidFill>
              </a:rPr>
              <a:t>Process and records</a:t>
            </a:r>
            <a:endParaRPr lang="en-US" sz="1800"/>
          </a:p>
          <a:p>
            <a:pPr marL="342900" indent="-228600">
              <a:buChar char="•"/>
            </a:pPr>
            <a:r>
              <a:rPr lang="en-US" sz="1850">
                <a:solidFill>
                  <a:srgbClr val="334155"/>
                </a:solidFill>
              </a:rPr>
              <a:t>Used Git and GitHub for shared development</a:t>
            </a:r>
            <a:endParaRPr lang="en-US" sz="1800"/>
          </a:p>
          <a:p>
            <a:pPr marL="342900" indent="-228600">
              <a:buChar char="•"/>
            </a:pPr>
            <a:r>
              <a:rPr lang="en-US" sz="1850">
                <a:solidFill>
                  <a:srgbClr val="334155"/>
                </a:solidFill>
              </a:rPr>
              <a:t>Split work across frontend, backend, and design tasks</a:t>
            </a:r>
            <a:endParaRPr lang="en-US" sz="1800"/>
          </a:p>
          <a:p>
            <a:pPr marL="342900" indent="-228600">
              <a:buChar char="•"/>
            </a:pPr>
            <a:r>
              <a:rPr lang="en-US" sz="1850">
                <a:solidFill>
                  <a:srgbClr val="334155"/>
                </a:solidFill>
              </a:rPr>
              <a:t>Held meetings to discuss requirements and architecture</a:t>
            </a:r>
            <a:endParaRPr lang="en-US" sz="1800"/>
          </a:p>
          <a:p>
            <a:pPr marL="342900" indent="-228600">
              <a:buChar char="•"/>
            </a:pPr>
            <a:r>
              <a:rPr lang="en-US" sz="1850">
                <a:solidFill>
                  <a:srgbClr val="334155"/>
                </a:solidFill>
              </a:rPr>
              <a:t>Recorded progress, diagrams, and sprint materials</a:t>
            </a:r>
            <a:endParaRPr lang="en-US" sz="1800"/>
          </a:p>
          <a:p>
            <a:pPr marL="342900" indent="-228600">
              <a:buChar char="•"/>
            </a:pPr>
            <a:r>
              <a:rPr lang="en-US" sz="1850">
                <a:solidFill>
                  <a:srgbClr val="334155"/>
                </a:solidFill>
              </a:rPr>
              <a:t>Used evidence such as backlog items, notes, or issue tracking</a:t>
            </a:r>
            <a:endParaRPr lang="en-US" sz="18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397738-165A-22BF-6D5D-51C5B562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809054"/>
            <a:ext cx="7476421" cy="2097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Team Management</a:t>
            </a:r>
            <a:endParaRPr lang="en-US" sz="1800" dirty="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How the team handled communication, decisions, and sprint priorities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76656" y="1566572"/>
            <a:ext cx="6259668" cy="21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Management focus in Sprint 1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Maintained communication through WeChat group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Made technical decisions together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Focused on architecture before advanced features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Managed time by keeping Sprint 1 scope realistic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Identified technical gaps early</a:t>
            </a:r>
            <a:endParaRPr lang="en-US" sz="18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582FD7-E30D-D619-9C97-8C7E655D7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906982"/>
            <a:ext cx="6259668" cy="2790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r>
              <a:rPr lang="en-US" altLang="zh-CN" sz="2700" b="1" dirty="0">
                <a:solidFill>
                  <a:srgbClr val="0F172A"/>
                </a:solidFill>
              </a:rPr>
              <a:t>Team Management-Meeting Minutes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464B07-73B6-9FEC-3FF7-F64F5BAF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51" y="1207008"/>
            <a:ext cx="4551449" cy="535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Next Sprint Plan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Focus areas for Sprint 2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58368" y="3890773"/>
            <a:ext cx="7931635" cy="2391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Implement booking, save booking records, and add booking history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Add booking cancellation, booking extension, and payment flow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Create booking details page and develop the admin dashboard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Implement viewing of user records and booking records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sz="1850" dirty="0">
                <a:solidFill>
                  <a:srgbClr val="334155"/>
                </a:solidFill>
              </a:rPr>
              <a:t>Update the backlog and Sprint 2 review notes</a:t>
            </a:r>
            <a:endParaRPr lang="en-US" sz="1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33D573-F8B8-523F-CB48-F83A154C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03" y="1510653"/>
            <a:ext cx="7772400" cy="2124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277</Words>
  <Application>Microsoft Macintosh PowerPoint</Application>
  <PresentationFormat>宽屏</PresentationFormat>
  <Paragraphs>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 Presentation 10 Slides</dc:title>
  <dc:creator>Codex</dc:creator>
  <cp:lastModifiedBy>Zishuo Zhao [sc232zz]</cp:lastModifiedBy>
  <cp:revision>10</cp:revision>
  <dcterms:created xsi:type="dcterms:W3CDTF">2026-04-01T15:29:14Z</dcterms:created>
  <dcterms:modified xsi:type="dcterms:W3CDTF">2026-04-01T19:17:31Z</dcterms:modified>
</cp:coreProperties>
</file>