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1" r:id="rId5"/>
    <p:sldId id="265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Achievements: Functionality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What we completed in Sprint 2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582295" y="1445895"/>
            <a:ext cx="5681980" cy="45764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050" b="1" dirty="0">
                <a:solidFill>
                  <a:srgbClr val="0F172A"/>
                </a:solidFill>
              </a:rPr>
              <a:t>Completed backlog items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altLang="zh-CN" sz="1800" dirty="0"/>
              <a:t>User registration and login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Scooter list and map view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Booking creation workflow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Simulated payment workflow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Booking history page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Booking details page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Booking cancellation and extension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Feedback / issue reporting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Admin dashboard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User records and booking records pages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Scooter configuration and issue management pages completed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Revenue analytics page completed</a:t>
            </a:r>
            <a:endParaRPr lang="en-US" alt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Achievements: System and Code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Current implementation progress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270510" y="1583055"/>
            <a:ext cx="4652010" cy="46170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050" b="1" dirty="0">
                <a:solidFill>
                  <a:srgbClr val="0F172A"/>
                </a:solidFill>
              </a:rPr>
              <a:t>Technical progress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altLang="zh-CN" sz="1800" dirty="0"/>
              <a:t>Frontend built with Vue, Vite, Pinia, and Vue Router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Customer and admin modules are both available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Booking, payment, feedback, and admin pages are connected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Frontend demo data flow supports complete presentation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UI layout and visual style were improved for the sprint review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Backend structure for auth, scooters, bookings, and payment already exists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Frontend build test passed successfully</a:t>
            </a:r>
            <a:endParaRPr lang="en-US" altLang="zh-CN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0" y="1624965"/>
            <a:ext cx="2449830" cy="42481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710" y="1668145"/>
            <a:ext cx="2673985" cy="4162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9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Achievements: D</a:t>
            </a:r>
            <a:r>
              <a:rPr lang="en-US" sz="2700" b="1">
                <a:solidFill>
                  <a:srgbClr val="0F172A"/>
                </a:solidFill>
              </a:rPr>
              <a:t>emo</a:t>
            </a:r>
            <a:endParaRPr lang="en-US" sz="2700" b="1">
              <a:solidFill>
                <a:srgbClr val="0F172A"/>
              </a:solidFill>
            </a:endParaRPr>
          </a:p>
        </p:txBody>
      </p:sp>
      <p:pic>
        <p:nvPicPr>
          <p:cNvPr id="10" name="4月12日_20260413_00355160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20800" y="1557655"/>
            <a:ext cx="8180070" cy="3743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Process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How the team organized work and recorded Sprint 1 progress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676910" y="1471930"/>
            <a:ext cx="7406005" cy="221805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050" b="1">
                <a:solidFill>
                  <a:srgbClr val="0F172A"/>
                </a:solidFill>
              </a:rPr>
              <a:t>Process and records</a:t>
            </a:r>
            <a:endParaRPr lang="en-US" sz="1800"/>
          </a:p>
          <a:p>
            <a:pPr marL="342900" indent="-228600">
              <a:buChar char="•"/>
            </a:pPr>
            <a:r>
              <a:rPr lang="en-US" altLang="zh-CN" sz="1800"/>
              <a:t>Continued using Git and GitHub for shared development</a:t>
            </a:r>
            <a:endParaRPr lang="en-US" altLang="zh-CN" sz="1800"/>
          </a:p>
          <a:p>
            <a:pPr marL="342900" indent="-228600">
              <a:buChar char="•"/>
            </a:pPr>
            <a:r>
              <a:rPr lang="en-US" altLang="zh-CN" sz="1800"/>
              <a:t>Split work across frontend, backend, and testing tasks</a:t>
            </a:r>
            <a:endParaRPr lang="en-US" altLang="zh-CN" sz="1800"/>
          </a:p>
          <a:p>
            <a:pPr marL="342900" indent="-228600">
              <a:buChar char="•"/>
            </a:pPr>
            <a:r>
              <a:rPr lang="en-US" altLang="zh-CN" sz="1800"/>
              <a:t>Held meetings regularly to review sprint progress</a:t>
            </a:r>
            <a:endParaRPr lang="en-US" altLang="zh-CN" sz="1800"/>
          </a:p>
          <a:p>
            <a:pPr marL="342900" indent="-228600">
              <a:buChar char="•"/>
            </a:pPr>
            <a:r>
              <a:rPr lang="en-US" altLang="zh-CN" sz="1800"/>
              <a:t>Recorded sprint materials and meeting notes</a:t>
            </a:r>
            <a:endParaRPr lang="en-US" altLang="zh-CN" sz="1800"/>
          </a:p>
          <a:p>
            <a:pPr marL="342900" indent="-228600">
              <a:buChar char="•"/>
            </a:pPr>
            <a:r>
              <a:rPr lang="en-US" altLang="zh-CN" sz="1800"/>
              <a:t>Updated backlog items based on implementation progress</a:t>
            </a:r>
            <a:endParaRPr lang="en-US" altLang="zh-CN" sz="1800"/>
          </a:p>
          <a:p>
            <a:pPr marL="342900" indent="-228600">
              <a:buChar char="•"/>
            </a:pPr>
            <a:r>
              <a:rPr lang="en-US" altLang="zh-CN" sz="1800"/>
              <a:t>Used screenshots and working pages as sprint evidence</a:t>
            </a:r>
            <a:endParaRPr lang="en-US" altLang="zh-CN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95" y="3918585"/>
            <a:ext cx="8639175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Team Management</a:t>
            </a:r>
            <a:endParaRPr lang="en-US" sz="1800" dirty="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How the team handled communication, decisions, and sprint priorities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658495" y="1243965"/>
            <a:ext cx="6259830" cy="2508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050" b="1" dirty="0">
                <a:solidFill>
                  <a:srgbClr val="0F172A"/>
                </a:solidFill>
              </a:rPr>
              <a:t>Management focus in Sprint 2</a:t>
            </a:r>
            <a:endParaRPr lang="en-US" sz="1800" dirty="0"/>
          </a:p>
          <a:p>
            <a:pPr marL="342900" indent="-228600">
              <a:buChar char="•"/>
            </a:pPr>
            <a:r>
              <a:rPr lang="en-US" altLang="zh-CN" sz="1800" dirty="0"/>
              <a:t>Maintained communication through the team chat group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Coordinated frontend and backend tasks regularly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Focused on core business workflow first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Adjusted priorities to ensure a working demo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Managed time by finishing the most visible features first</a:t>
            </a:r>
            <a:endParaRPr lang="en-US" altLang="zh-CN" sz="1800" dirty="0"/>
          </a:p>
          <a:p>
            <a:pPr marL="342900" indent="-228600">
              <a:buChar char="•"/>
            </a:pPr>
            <a:r>
              <a:rPr lang="en-US" altLang="zh-CN" sz="1800" dirty="0"/>
              <a:t>Discussed technical issues such as booking state flow and admin features</a:t>
            </a:r>
            <a:endParaRPr lang="en-US" altLang="zh-CN" sz="18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3906982"/>
            <a:ext cx="6259668" cy="27909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r>
              <a:rPr lang="en-US" altLang="zh-CN" sz="2700" b="1" dirty="0">
                <a:solidFill>
                  <a:srgbClr val="0F172A"/>
                </a:solidFill>
              </a:rPr>
              <a:t>Team Management-Meeting Minutes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r="53847" b="2290"/>
          <a:stretch>
            <a:fillRect/>
          </a:stretch>
        </p:blipFill>
        <p:spPr>
          <a:xfrm>
            <a:off x="5775325" y="1558290"/>
            <a:ext cx="4327525" cy="39408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5" y="1109345"/>
            <a:ext cx="5296535" cy="5279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3" name="RightBar"/>
          <p:cNvSpPr/>
          <p:nvPr/>
        </p:nvSpPr>
        <p:spPr>
          <a:xfrm>
            <a:off x="10972800" y="0"/>
            <a:ext cx="1216152" cy="6858000"/>
          </a:xfrm>
          <a:prstGeom prst="rect">
            <a:avLst/>
          </a:prstGeom>
          <a:solidFill>
            <a:srgbClr val="F0F9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4" name="BottomBar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8FAF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/>
        </p:txBody>
      </p:sp>
      <p:sp>
        <p:nvSpPr>
          <p:cNvPr id="6" name="Title"/>
          <p:cNvSpPr txBox="1"/>
          <p:nvPr/>
        </p:nvSpPr>
        <p:spPr>
          <a:xfrm>
            <a:off x="658368" y="411480"/>
            <a:ext cx="987552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2700" b="1">
                <a:solidFill>
                  <a:srgbClr val="0F172A"/>
                </a:solidFill>
              </a:rPr>
              <a:t>Next Sprint Plan</a:t>
            </a:r>
            <a:endParaRPr lang="en-US" sz="1800"/>
          </a:p>
        </p:txBody>
      </p:sp>
      <p:sp>
        <p:nvSpPr>
          <p:cNvPr id="7" name="Subtitle"/>
          <p:cNvSpPr txBox="1"/>
          <p:nvPr/>
        </p:nvSpPr>
        <p:spPr>
          <a:xfrm>
            <a:off x="676656" y="932688"/>
            <a:ext cx="969264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sz="1450">
                <a:solidFill>
                  <a:srgbClr val="64748B"/>
                </a:solidFill>
              </a:rPr>
              <a:t>Focus areas for Sprint 3</a:t>
            </a:r>
            <a:endParaRPr lang="en-US" sz="1800"/>
          </a:p>
        </p:txBody>
      </p:sp>
      <p:sp>
        <p:nvSpPr>
          <p:cNvPr id="8" name="BulletCard"/>
          <p:cNvSpPr txBox="1"/>
          <p:nvPr/>
        </p:nvSpPr>
        <p:spPr>
          <a:xfrm>
            <a:off x="658495" y="3890645"/>
            <a:ext cx="7931785" cy="263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182880" tIns="91440" rIns="182880" bIns="91440" anchor="t"/>
          <a:lstStyle/>
          <a:p>
            <a:pPr marL="0" indent="0">
              <a:buNone/>
            </a:pPr>
            <a:r>
              <a:rPr lang="en-US" altLang="en-US" sz="1800" dirty="0"/>
              <a:t></a:t>
            </a:r>
            <a:r>
              <a:rPr lang="en-US" altLang="zh-CN" sz="1800" dirty="0"/>
              <a:t>Income statistics feature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en-US" sz="1800" dirty="0"/>
              <a:t></a:t>
            </a:r>
            <a:r>
              <a:rPr lang="en-US" altLang="zh-CN" sz="1800" dirty="0"/>
              <a:t>Rental price configuration function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en-US" sz="1800" dirty="0"/>
              <a:t></a:t>
            </a:r>
            <a:r>
              <a:rPr lang="en-US" altLang="zh-CN" sz="1800" dirty="0"/>
              <a:t>Issue reporting and issue management functions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en-US" sz="1800" dirty="0"/>
              <a:t></a:t>
            </a:r>
            <a:r>
              <a:rPr lang="en-US" altLang="zh-CN" sz="1800" dirty="0"/>
              <a:t>Improved and more user-friendly interface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en-US" sz="1800" dirty="0"/>
              <a:t></a:t>
            </a:r>
            <a:r>
              <a:rPr lang="en-US" altLang="zh-CN" sz="1800" dirty="0"/>
              <a:t>Test cases and testing report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en-US" sz="1800" dirty="0"/>
              <a:t></a:t>
            </a:r>
            <a:r>
              <a:rPr lang="en-US" altLang="zh-CN" sz="1800" dirty="0"/>
              <a:t>Bug fixing records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en-US" sz="1800" dirty="0"/>
              <a:t></a:t>
            </a:r>
            <a:r>
              <a:rPr lang="en-US" altLang="zh-CN" sz="1800" dirty="0"/>
              <a:t>Final project documentation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en-US" sz="1800" dirty="0"/>
              <a:t></a:t>
            </a:r>
            <a:r>
              <a:rPr lang="en-US" altLang="zh-CN" sz="1800" dirty="0"/>
              <a:t>Demo-ready working system</a:t>
            </a:r>
            <a:endParaRPr lang="en-US" altLang="zh-CN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910" y="1489075"/>
            <a:ext cx="7853045" cy="19399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2142</Words>
  <Application>WPS 演示</Application>
  <PresentationFormat>宽屏</PresentationFormat>
  <Paragraphs>72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aka lb</cp:lastModifiedBy>
  <cp:revision>9</cp:revision>
  <dcterms:created xsi:type="dcterms:W3CDTF">2023-08-09T12:44:00Z</dcterms:created>
  <dcterms:modified xsi:type="dcterms:W3CDTF">2026-04-12T16:50:03Z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D162B990A3ED49BA8F1B116FF1B2FAEA_12</vt:lpwstr>
  </property>
</Properties>
</file>