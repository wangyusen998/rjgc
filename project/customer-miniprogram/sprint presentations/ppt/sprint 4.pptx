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0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191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SwiftRide ? Sprint 4 Final Presentation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80960" y="-640080"/>
            <a:ext cx="5303520" cy="5303520"/>
          </a:xfrm>
          <a:prstGeom prst="arc">
            <a:avLst/>
          </a:prstGeom>
          <a:noFill/>
          <a:ln w="25400">
            <a:solidFill>
              <a:srgbClr val="9BE5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0" y="228600"/>
            <a:ext cx="3566160" cy="3566160"/>
          </a:xfrm>
          <a:prstGeom prst="arc">
            <a:avLst/>
          </a:prstGeom>
          <a:noFill/>
          <a:ln w="19050">
            <a:solidFill>
              <a:srgbClr val="39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114300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4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Presentation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86384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</a:rPr>
              <a:t>SwiftRide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3218688"/>
            <a:ext cx="5303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2243A"/>
                </a:solidFill>
              </a:rPr>
              <a:t>Campus shared e-scooter system with WeChat Mini Program, Express API, MySQL database, and management web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3986784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E9F7FB"/>
          </a:solidFill>
          <a:ln w="12700">
            <a:solidFill>
              <a:srgbClr val="E9F7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Software Engineering Course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971800" y="3986784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406908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479C9"/>
                </a:solidFill>
              </a:rPr>
              <a:t>Group 1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804672" y="4681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6"/>
                </a:solidFill>
              </a:rPr>
              <a:t>Team Members: SwiftRide Development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1170432"/>
            <a:ext cx="3246120" cy="4617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7780">
            <a:solidFill>
              <a:srgbClr val="C9E7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18120" y="1627632"/>
            <a:ext cx="1005840" cy="47548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845552" y="2331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Scan  Unlock  Return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18120" y="285292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AF8FC"/>
          </a:solidFill>
          <a:ln w="12700">
            <a:solidFill>
              <a:srgbClr val="D8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28432" y="296265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43A"/>
                </a:solidFill>
              </a:rPr>
              <a:t>WeChat Mini Program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18120" y="33832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8FCFF"/>
          </a:solidFill>
          <a:ln w="12700">
            <a:solidFill>
              <a:srgbClr val="D8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28432" y="349300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43A"/>
                </a:solidFill>
              </a:rPr>
              <a:t>Node + Express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18120" y="39136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AF8FC"/>
          </a:solidFill>
          <a:ln w="12700">
            <a:solidFill>
              <a:srgbClr val="D8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28432" y="402336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43A"/>
                </a:solidFill>
              </a:rPr>
              <a:t>MySQL / MariaDB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18120" y="444398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8FCFF"/>
          </a:solidFill>
          <a:ln w="12700">
            <a:solidFill>
              <a:srgbClr val="D8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028432" y="4553712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43A"/>
                </a:solidFill>
              </a:rPr>
              <a:t>Management Web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07086"/>
                </a:solidFill>
              </a:rPr>
              <a:t>May 2026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14081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Project Introduction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252728" y="1755648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49808" y="1993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52728" y="19842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Sprint 4 Objectives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52728" y="2331720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49808" y="2569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2560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Sprint 4 Achievement Checklist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52728" y="2907792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1455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31363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Main User Functions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52728" y="3483864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49808" y="3721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52728" y="37124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Admin / Management Functions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52728" y="4059936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49808" y="4297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52728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Backend and Database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52728" y="4636008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49808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52728" y="4864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Code and Version Control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52728" y="5212080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36208" y="1417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39128" y="14081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Testing Evidence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739128" y="1755648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36208" y="1993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39128" y="19842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Final Demo Flow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739128" y="2331720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36208" y="2569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39128" y="2560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Process Management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739128" y="2907792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236208" y="31455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39128" y="31363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Teamwork and Communication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739128" y="3483864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236208" y="3721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39128" y="37124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Technical Challenges and Solutions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739128" y="4059936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236208" y="4297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13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39128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Project Summary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739128" y="4636008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236208" y="4873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8C8"/>
                </a:solidFill>
              </a:rPr>
              <a:t>14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39128" y="4864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</a:rPr>
              <a:t>Thank You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739128" y="5212080"/>
            <a:ext cx="4160520" cy="0"/>
          </a:xfrm>
          <a:prstGeom prst="line">
            <a:avLst/>
          </a:prstGeom>
          <a:noFill/>
          <a:ln w="12700">
            <a:solidFill>
              <a:srgbClr val="E1EE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Project Introduction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Introduction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What SwiftRide is and who it serves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3703320" cy="44805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868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System Purpose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2029968"/>
            <a:ext cx="3063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2243A"/>
                </a:solidFill>
              </a:rPr>
              <a:t>A campus shared e-scooter rental system.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2243A"/>
                </a:solidFill>
              </a:rPr>
              <a:t>Supports scan-to-rent, booking, payment simulation, return checking, and issue reporting.</a:t>
            </a:r>
            <a:endParaRPr lang="en-US" sz="125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2243A"/>
                </a:solidFill>
              </a:rPr>
              <a:t>Connects customer-side workflows to an operator dashboard and MySQL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2788920" cy="4480560"/>
          </a:xfrm>
          <a:prstGeom prst="roundRect">
            <a:avLst>
              <a:gd name="adj" fmla="val 1967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User Roles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Rider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892040" y="2487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Register, book, ride, return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92040" y="2770632"/>
            <a:ext cx="121981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Admin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892040" y="3447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Monitor users, scooters, bookings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3730752"/>
            <a:ext cx="1219810" cy="0"/>
          </a:xfrm>
          <a:prstGeom prst="line">
            <a:avLst/>
          </a:prstGeom>
          <a:noFill/>
          <a:ln w="25400">
            <a:solidFill>
              <a:srgbClr val="147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Operator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4892040" y="4407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Handle faults and deployment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4690872"/>
            <a:ext cx="12198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818120" y="132588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065008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Technology Stack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065008" y="205740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129016" y="213969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Vue 3 + uni-app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065008" y="256032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129016" y="264261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479C9"/>
                </a:solidFill>
              </a:rPr>
              <a:t>WeChat Mini Program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065008" y="306324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129016" y="314553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Express.js REST API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065008" y="356616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29016" y="364845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479C9"/>
                </a:solidFill>
              </a:rPr>
              <a:t>MySQL / MariaDB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065008" y="406908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129016" y="415137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Element Plus Management Web</a:t>
            </a:r>
            <a:endParaRPr lang="en-US" sz="78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Sprint 4 Objectives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440" y="407483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4 Objectives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Final integration and delivery goals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2514600" cy="4389120"/>
          </a:xfrm>
          <a:prstGeom prst="roundRect">
            <a:avLst>
              <a:gd name="adj" fmla="val 2182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95528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Customer-side goals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240280"/>
            <a:ext cx="1965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Stable WeChat Mini Program build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Modular profile page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Local data sync entry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Booking and issue workflows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1417320"/>
            <a:ext cx="2514600" cy="43891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11880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Admin-side goals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66744" y="2240280"/>
            <a:ext cx="1965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Browser management dashboard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Editable scooter and issue status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Live backend connection state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Operational metrics overview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1417320"/>
            <a:ext cx="2514600" cy="4389120"/>
          </a:xfrm>
          <a:prstGeom prst="roundRect">
            <a:avLst>
              <a:gd name="adj" fmla="val 2182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28232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Backend/database goals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3096" y="2240280"/>
            <a:ext cx="1965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Express routes for core resources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MySQL schema and seed data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/api/sync/local upsert endpoint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Health and dashboard APIs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43416" y="1417320"/>
            <a:ext cx="2514600" cy="43891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44584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Final delivery goals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99448" y="2240280"/>
            <a:ext cx="1965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Integrated package and root project config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Build verification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Classroom demo flow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2243A"/>
                </a:solidFill>
              </a:rPr>
              <a:t>Evidence-based final PPT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Achievement Checklist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206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4 Achievement Checklist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Backlog items mapped to implementation evidence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335024"/>
          <a:ext cx="11109960" cy="4343400"/>
        </p:xfrm>
        <a:graphic>
          <a:graphicData uri="http://schemas.openxmlformats.org/drawingml/2006/table">
            <a:tbl>
              <a:tblPr/>
              <a:tblGrid>
                <a:gridCol w="277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Backlog Item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WeChat customer client builds successfully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build:mp-weixin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Modular profile/account page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profile/index.vue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data sync to database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/api/sync/local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dashboard connected to backend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Web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5176 screenshot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Scooter / booking / issue APIs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routes + API JSON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MySQL schema and seed data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init_swiftride.sql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Integrated package for partner handoff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 project.config.json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classroom demo flow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Presentation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Progress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224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PPT + live demo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5852160"/>
            <a:ext cx="3246120" cy="310896"/>
          </a:xfrm>
          <a:prstGeom prst="roundRect">
            <a:avLst>
              <a:gd name="adj" fmla="val 14706"/>
            </a:avLst>
          </a:prstGeom>
          <a:solidFill>
            <a:srgbClr val="E9F7FB"/>
          </a:solidFill>
          <a:ln w="12700">
            <a:solidFill>
              <a:srgbClr val="E9F7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22376" y="5934456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Status values: Completed / In Progress / Tested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Main User Functions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456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User Functions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Customer workflows implemented in the Mini Program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Language &amp; Home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810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07086"/>
                </a:solidFill>
              </a:rPr>
              <a:t>Language selection, overview metrics, recommended stores, active order entry.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74904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Scooter Booking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810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07086"/>
                </a:solidFill>
              </a:rPr>
              <a:t>Model selection, rental mode, insurance, payment method, safety confirmation.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8680" y="2724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Orders &amp; Return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9809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07086"/>
                </a:solidFill>
              </a:rPr>
              <a:t>Order history, return-zone check, battery/mileage fee calculation, cancellation.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749040" y="258775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931920" y="2724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Profile Modules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29809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07086"/>
                </a:solidFill>
              </a:rPr>
              <a:t>Basic profile, verification/payment, campus contact, local-to-MySQL sync.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949440" y="1234440"/>
            <a:ext cx="4251960" cy="3886200"/>
          </a:xfrm>
          <a:prstGeom prst="roundRect">
            <a:avLst>
              <a:gd name="adj" fmla="val 1176"/>
            </a:avLst>
          </a:prstGeom>
          <a:solidFill>
            <a:srgbClr val="F2F7FB"/>
          </a:solidFill>
          <a:ln w="12700">
            <a:solidFill>
              <a:srgbClr val="8EB7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50608" y="2976372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79C9"/>
                </a:solidFill>
              </a:rPr>
              <a:t>WeChat DevTools Mini Program Screenshot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32506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6"/>
                </a:solidFill>
              </a:rPr>
              <a:t>Insert live home/profile/booking screenshot after opening DevTools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5330952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44D78FC-870B-14A7-9922-A85B2C752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34440"/>
            <a:ext cx="42519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Admin /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480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/ Management Functions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Real management dashboard connected to the backend 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C:\Users\17316\Documents\Codex\2026-05-10\mysql-mysql\ppt_assets\managemen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34440"/>
            <a:ext cx="5440680" cy="3429000"/>
          </a:xfrm>
          <a:prstGeom prst="rect">
            <a:avLst/>
          </a:prstGeom>
        </p:spPr>
      </p:pic>
      <p:pic>
        <p:nvPicPr>
          <p:cNvPr id="10" name="Image 1" descr="C:\Users\17316\Documents\Codex\2026-05-10\mysql-mysql\ppt_assets\management_scoo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5394960" cy="3429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956048"/>
          <a:ext cx="10287000" cy="1097280"/>
        </p:xfrm>
        <a:graphic>
          <a:graphicData uri="http://schemas.openxmlformats.org/drawingml/2006/table">
            <a:tbl>
              <a:tblPr/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Function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Evidence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Dashboard metrics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users, available scooters, revenue, open issues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Scooter management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status selector writes to MySQL via PATCH API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Bookings table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orders from Mini Program and backend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Issue handling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2243A"/>
                          </a:solidFill>
                        </a:rPr>
                        <a:t>priority/status update workflow</a:t>
                      </a:r>
                      <a:endParaRPr lang="en-US" sz="84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Backend and Database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48053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Database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Express API and MySQL schema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2359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WeChat Mini Program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Management Web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85032" y="2423160"/>
            <a:ext cx="68580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62272" y="182880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EAF8FC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9087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0872" y="2359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Express.js REST API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Auth, scooters, bookings, issues, sync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434072" y="2423160"/>
            <a:ext cx="68580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11312" y="1828800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991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9912" y="2359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MySQL / MariaDB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607086"/>
                </a:solidFill>
              </a:rPr>
              <a:t>users, stores, scooters, bookings, issues</a:t>
            </a:r>
            <a:endParaRPr lang="en-US" sz="92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703320"/>
          <a:ext cx="5212080" cy="1965957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Route group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Purpose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/api/auth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login and registration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/api/scooters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list, detail, status update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/api/bookings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create, list, update order lifecycle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/api/issues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report and manage faults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/api/admin/dashboard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dashboard aggregate data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/api/sync/local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sync WeChat local cache to MySQL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703320"/>
          <a:ext cx="5074920" cy="1691640"/>
        </p:xfrm>
        <a:graphic>
          <a:graphicData uri="http://schemas.openxmlformats.org/drawingml/2006/table">
            <a:tbl>
              <a:tblPr/>
              <a:tblGrid>
                <a:gridCol w="253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Tables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Key responsibility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users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customer/admin accounts and verification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stores / return_zones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locations and return radius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scooters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fleet state and telemetry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bookings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rental order lifecycle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issues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fault reports and handling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Code and Version Control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206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and Version Control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Repository structure and evidence to present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5394960" cy="1667256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Area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Local evidence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backend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Express routes, MySQL config, scripts/start-db.ps1, scripts/init-db.ps1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customer-miniprogram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Vue/uni-app pages, build output, root project config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management-web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Vue 3 + Element Plus dashboard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docs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43A"/>
                          </a:solidFill>
                        </a:rPr>
                        <a:t>app/web split plan and package README</a:t>
                      </a:r>
                      <a:endParaRPr lang="en-US" sz="85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400800" y="1234440"/>
            <a:ext cx="4617720" cy="1188720"/>
          </a:xfrm>
          <a:prstGeom prst="roundRect">
            <a:avLst>
              <a:gd name="adj" fmla="val 3846"/>
            </a:avLst>
          </a:prstGeom>
          <a:solidFill>
            <a:srgbClr val="F2F7FB"/>
          </a:solidFill>
          <a:ln w="12700">
            <a:solidFill>
              <a:srgbClr val="8EB7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601968" y="1627632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79C9"/>
                </a:solidFill>
              </a:rPr>
              <a:t>GitHub Repository Screenshot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01968" y="1901952"/>
            <a:ext cx="4215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6"/>
                </a:solidFill>
              </a:rPr>
              <a:t>Insert repo overview screenshot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00800" y="4069080"/>
            <a:ext cx="4617720" cy="1188720"/>
          </a:xfrm>
          <a:prstGeom prst="roundRect">
            <a:avLst>
              <a:gd name="adj" fmla="val 3846"/>
            </a:avLst>
          </a:prstGeom>
          <a:solidFill>
            <a:srgbClr val="F2F7FB"/>
          </a:solidFill>
          <a:ln w="12700">
            <a:solidFill>
              <a:srgbClr val="8EB7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601968" y="4462272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79C9"/>
                </a:solidFill>
              </a:rPr>
              <a:t>Issues / PR Screenshot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01968" y="4736592"/>
            <a:ext cx="4215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6"/>
                </a:solidFill>
              </a:rPr>
              <a:t>Insert issue tracker or PR evidence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5800" y="544068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49808" y="5522976"/>
            <a:ext cx="5632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A6500"/>
                </a:solidFill>
              </a:rPr>
              <a:t>Local package does not include .git metadata; GitHub screenshots should be added before submission.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A7C1029-116E-813F-85CD-C0627408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92186"/>
            <a:ext cx="4553712" cy="111894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243689F-B5DF-2062-0187-A2199FD4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01582"/>
            <a:ext cx="4553712" cy="1139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Testing Evidence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62347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Evidence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Build, API, UI, and integration checks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234440"/>
          <a:ext cx="11064240" cy="214884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Test Item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Tool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Expected Result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Actual Result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Status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Backend health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Invoke-RestMethod / browser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API returns ok:true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Confirmed at /api/health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Passed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Management web build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Vite build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Production bundle generated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Build completed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Passed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Mini Program build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uni build -p mp-weixin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dist/build/mp-weixin generated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Build completed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Passed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Admin UI manual test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Playwright screenshot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Dashboard loads data from API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Metrics and tables visible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Passed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Database sync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POST /api/sync/local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local cache writes to MySQL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Endpoint implemented/tested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70" dirty="0">
                          <a:solidFill>
                            <a:srgbClr val="12243A"/>
                          </a:solidFill>
                        </a:rPr>
                        <a:t>Passed</a:t>
                      </a:r>
                      <a:endParaRPr lang="en-US" sz="77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Image 0" descr="C:\Users\17316\Documents\Codex\2026-05-10\mysql-mysql\ppt_assets\api_r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03320"/>
            <a:ext cx="3063240" cy="1691640"/>
          </a:xfrm>
          <a:prstGeom prst="rect">
            <a:avLst/>
          </a:prstGeom>
        </p:spPr>
      </p:pic>
      <p:pic>
        <p:nvPicPr>
          <p:cNvPr id="9" name="Image 1" descr="C:\Users\17316\Documents\Codex\2026-05-10\mysql-mysql\ppt_assets\api_dashboard_j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703320"/>
            <a:ext cx="3337560" cy="1691640"/>
          </a:xfrm>
          <a:prstGeom prst="rect">
            <a:avLst/>
          </a:prstGeom>
        </p:spPr>
      </p:pic>
      <p:pic>
        <p:nvPicPr>
          <p:cNvPr id="12" name="Image 2" descr="C:\Users\17316\Documents\Codex\2026-05-10\mysql-mysql\ppt_assets\management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703320"/>
            <a:ext cx="3337560" cy="1691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22960" y="5669280"/>
            <a:ext cx="4343400" cy="310896"/>
          </a:xfrm>
          <a:prstGeom prst="roundRect">
            <a:avLst>
              <a:gd name="adj" fmla="val 14706"/>
            </a:avLst>
          </a:prstGeom>
          <a:solidFill>
            <a:srgbClr val="E9F7FB"/>
          </a:solidFill>
          <a:ln w="12700">
            <a:solidFill>
              <a:srgbClr val="E9F7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8"/>
          <p:cNvSpPr/>
          <p:nvPr/>
        </p:nvSpPr>
        <p:spPr>
          <a:xfrm>
            <a:off x="886968" y="5751576"/>
            <a:ext cx="4215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Evidence screenshots: API root, admin dashboard JSON, management web UI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Final Demo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66345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Demo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Classroom-ready scenario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94360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AF8FC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Select language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56232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221992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313432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9464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Login / Register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83864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849624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AF8FC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941064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97096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Browse scooters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11496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477256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568696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24728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Book and unlock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39128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104888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AF8FC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196328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Return / report issue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366760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732520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23960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79992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Sync local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994392" y="2450592"/>
            <a:ext cx="310896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0360152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AF8FC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451592" y="21762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8C8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07624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Admin verification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3657600"/>
            <a:ext cx="4754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5156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Demo Script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78992" y="4251960"/>
            <a:ext cx="4023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Open Mini Program from the package root.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Use student001 / 123456 for a prepared account.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Create or inspect an order, then open management web to verify backend data.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65760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263640" y="3886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Backup Demo Evidence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91072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API root and dashboard endpoint screenshots.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Management web screenshots with live MySQL data.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2243A"/>
                </a:solidFill>
              </a:rPr>
              <a:t>Build commands already verified.</a:t>
            </a:r>
            <a:endParaRPr lang="en-US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Process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709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Management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Planning, tracking, and package handoff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Sprint Planning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07086"/>
                </a:solidFill>
              </a:rPr>
              <a:t>Split into customer Mini Program, backend API, and management web.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496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Progress Tracking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07086"/>
                </a:solidFill>
              </a:rPr>
              <a:t>Used file-based milestones: DB connection, API routes, sync endpoint, package build.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5021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Wiki / Docs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317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07086"/>
                </a:solidFill>
              </a:rPr>
              <a:t>README, README_PACKAGE, and docs/app-web-split-plan.md record setup and delivery.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85800" y="434340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Task 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07086"/>
                </a:solidFill>
              </a:rPr>
              <a:t>Add GitHub Projects/Kanban screenshot if used by the team.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4709160" cy="1051560"/>
          </a:xfrm>
          <a:prstGeom prst="roundRect">
            <a:avLst>
              <a:gd name="adj" fmla="val 4348"/>
            </a:avLst>
          </a:prstGeom>
          <a:solidFill>
            <a:srgbClr val="F2F7FB"/>
          </a:solidFill>
          <a:ln w="12700">
            <a:solidFill>
              <a:srgbClr val="8EB7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1559052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79C9"/>
                </a:solidFill>
              </a:rPr>
              <a:t>Wiki Screenshot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1833372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6"/>
                </a:solidFill>
              </a:rPr>
              <a:t>Insert GitHub Wiki / documentation 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2514600"/>
            <a:ext cx="4709160" cy="2002536"/>
          </a:xfrm>
          <a:prstGeom prst="roundRect">
            <a:avLst>
              <a:gd name="adj" fmla="val 4348"/>
            </a:avLst>
          </a:prstGeom>
          <a:solidFill>
            <a:srgbClr val="F2F7FB"/>
          </a:solidFill>
          <a:ln w="12700">
            <a:solidFill>
              <a:srgbClr val="8EB7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27648" y="2839212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79C9"/>
                </a:solidFill>
              </a:rPr>
              <a:t>Meeting Records Screenshot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3113532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6"/>
                </a:solidFill>
              </a:rPr>
              <a:t>Insert meeting notes or chat 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9808" y="5532120"/>
            <a:ext cx="6217920" cy="310896"/>
          </a:xfrm>
          <a:prstGeom prst="roundRect">
            <a:avLst>
              <a:gd name="adj" fmla="val 1470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13816" y="5614416"/>
            <a:ext cx="6089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A6500"/>
                </a:solidFill>
              </a:rPr>
              <a:t>Local evidence found: README files and split-plan doc. External GitHub/Wiki evidence was not included in the package.</a:t>
            </a:r>
            <a:endParaRPr lang="en-US" sz="78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47AA6FC-0A74-602F-F237-B08DEB108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20" y="1318205"/>
            <a:ext cx="4403852" cy="92664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88D0E3C-4312-21B7-22BD-FC37D1116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526847"/>
            <a:ext cx="4458715" cy="1935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Teamwork and Communication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2873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Teamwork and Communication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Role division and collaboration 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1874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Role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Main responsibility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Sprint 4 output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Customer UI owner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Mini Program pages, profile modules, build stability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Home, booking, profile, sync UI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Backend owner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Express routes, MySQL connection, API contracts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REST API, sync endpoint, SQL schema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Admin web owner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Management dashboard and API integration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Metrics, tables, status updates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QA / Integration owner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Run scripts, package handoff, demo flow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2243A"/>
                          </a:solidFill>
                        </a:rPr>
                        <a:t>Build/test evidence and zip package</a:t>
                      </a:r>
                      <a:endParaRPr lang="en-US" sz="820" dirty="0"/>
                    </a:p>
                  </a:txBody>
                  <a:tcPr marL="45720" marR="45720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Communication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31720" y="37764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07086"/>
                </a:solidFill>
              </a:rPr>
              <a:t>Short feedback loop through WeChat + shared package handoff; issues captured from runtime errors and console logs.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626364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Conflict handling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18120" y="37764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07086"/>
                </a:solidFill>
              </a:rPr>
              <a:t>Priority rule: keep the demo stable first, then polish UI and package structure.</a:t>
            </a:r>
            <a:endParaRPr lang="en-US" sz="920" dirty="0"/>
          </a:p>
        </p:txBody>
      </p:sp>
      <p:sp>
        <p:nvSpPr>
          <p:cNvPr id="9" name="Text 11"/>
          <p:cNvSpPr/>
          <p:nvPr/>
        </p:nvSpPr>
        <p:spPr>
          <a:xfrm>
            <a:off x="77724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Decision making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331720" y="46451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07086"/>
                </a:solidFill>
              </a:rPr>
              <a:t>Chose Express + MySQL + Vite/uni-app because it fits coursework demo speed and inspectability.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26364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Time management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18120" y="46451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07086"/>
                </a:solidFill>
              </a:rPr>
              <a:t>Sprint 4 focused on integration, build fixes, screenshots, and final presentation evidence.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Challenges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88175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Challenges and Solutions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Problems solved during final integration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4069080"/>
        </p:xfrm>
        <a:graphic>
          <a:graphicData uri="http://schemas.openxmlformats.org/drawingml/2006/table">
            <a:tbl>
              <a:tblPr/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Challenge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Cause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Solution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Result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Frontend-backend integration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Mini Program had local cache and remote API paths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Added unified request layer and sync endpoint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User data can sync to MySQL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MySQL connection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Local dev machine needed database tooling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Added db:start and db:init scripts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Backend health check returns ok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Module loading in WeChat DevTools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Separate data/api module failed in build output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Moved API functions into stable mock module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Pages no longer require data/api.js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Package handoff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Partner imported root folder and app.json was missing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Added root project.config.json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Root folder imports correctly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UI layout for profile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Flat account fields were hard to scan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Rebuilt profile as modal modules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2243A"/>
                          </a:solidFill>
                        </a:rPr>
                        <a:t>Cleaner account management flow</a:t>
                      </a:r>
                      <a:endParaRPr lang="en-US" sz="7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5623560"/>
            <a:ext cx="3611880" cy="310896"/>
          </a:xfrm>
          <a:prstGeom prst="roundRect">
            <a:avLst>
              <a:gd name="adj" fmla="val 14706"/>
            </a:avLst>
          </a:prstGeom>
          <a:solidFill>
            <a:srgbClr val="E9F7FB"/>
          </a:solidFill>
          <a:ln w="12700">
            <a:solidFill>
              <a:srgbClr val="E9F7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49808" y="5705856"/>
            <a:ext cx="3483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Sprint 4 emphasis: integration stability over feature sprawl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8C8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3268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7086"/>
                </a:solidFill>
              </a:rPr>
              <a:t>Project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67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Summary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6"/>
                </a:solidFill>
              </a:rPr>
              <a:t>What the project achieved and what remains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097280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49808" y="1389888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50976" y="1536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Achieved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50008" y="14996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Working end-to-end SwiftRide prototype with Mini Program, backend API, MySQL, and management dashboard.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46888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50976" y="26151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Sprint 4 completed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50008" y="25786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Database connection, local-data sync, admin web, packaging, build verification, and presentation evidence.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3547872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50976" y="36941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Learned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50008" y="3657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Full-stack integration requires stable contracts, clear setup scripts, and careful runtime debugging.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01968" y="18836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01000" y="18470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No production HTTPS domain, no real scooter IoT device, limited automated UI coverage, GitHub evidence not packaged.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15468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F8FC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01968" y="3300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Future improvements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32644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086"/>
                </a:solidFill>
              </a:rPr>
              <a:t>Deploy backend, add production auth rules, expand automated tests, connect real telemetry, polish GitHub/Wiki process evidence.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800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473952" y="5230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Core modules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73952" y="5513832"/>
            <a:ext cx="742493" cy="0"/>
          </a:xfrm>
          <a:prstGeom prst="line">
            <a:avLst/>
          </a:prstGeom>
          <a:noFill/>
          <a:ln w="254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001000" y="4800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7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8001000" y="5230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API groups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01000" y="5513832"/>
            <a:ext cx="742493" cy="0"/>
          </a:xfrm>
          <a:prstGeom prst="line">
            <a:avLst/>
          </a:prstGeom>
          <a:noFill/>
          <a:ln w="25400">
            <a:solidFill>
              <a:srgbClr val="147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464040" y="4800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6+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9464040" y="52303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086"/>
                </a:solidFill>
              </a:rPr>
              <a:t>DB tables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64040" y="5513832"/>
            <a:ext cx="90159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F"/>
          </a:solidFill>
          <a:ln w="12700">
            <a:solidFill>
              <a:srgbClr val="F6F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8C8"/>
          </a:solidFill>
          <a:ln w="12700">
            <a:solidFill>
              <a:srgbClr val="10B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86384" y="1325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700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6"/>
                </a:solidFill>
              </a:rPr>
              <a:t>Group 4 | Software Engineering Course | Team Members: SwiftRide Development Team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325880"/>
            <a:ext cx="38404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E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0866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Final Deliverables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14032" y="2240280"/>
            <a:ext cx="3017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2243A"/>
                </a:solidFill>
              </a:rPr>
              <a:t>Editable final PPTX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2243A"/>
                </a:solidFill>
              </a:rPr>
              <a:t>Integrated source package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2243A"/>
                </a:solidFill>
              </a:rPr>
              <a:t>Runnable backend + management web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2243A"/>
                </a:solidFill>
              </a:rPr>
              <a:t>WeChat Mini Program build output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12243A"/>
                </a:solidFill>
              </a:rPr>
              <a:t>Screenshot and test evidence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50608" y="5074920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EAF8FC"/>
          </a:solidFill>
          <a:ln w="12700">
            <a:solidFill>
              <a:srgbClr val="EA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14616" y="515721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</a:rPr>
              <a:t>Q&amp;A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8092440" y="5074920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56448" y="515721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479C9"/>
                </a:solidFill>
              </a:rPr>
              <a:t>Demo Ready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1625</Words>
  <Application>Microsoft Office PowerPoint</Application>
  <PresentationFormat>宽屏</PresentationFormat>
  <Paragraphs>411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 Engineering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SwiftRide Sprint 4 Final Presentation</dc:title>
  <dc:subject>Sprint 4 Final Presentation</dc:subject>
  <dc:creator>SwiftRide Project Team</dc:creator>
  <cp:lastModifiedBy>Yusen Wang [sc23yw2]</cp:lastModifiedBy>
  <cp:revision>3</cp:revision>
  <dcterms:created xsi:type="dcterms:W3CDTF">2026-05-10T17:01:21Z</dcterms:created>
  <dcterms:modified xsi:type="dcterms:W3CDTF">2026-05-10T17:48:47Z</dcterms:modified>
</cp:coreProperties>
</file>